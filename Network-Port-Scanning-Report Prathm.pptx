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1" r:id="rId11"/>
    <p:sldId id="342" r:id="rId12"/>
    <p:sldId id="344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6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3/19/2026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3/19/2026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thmg/Network-Port-Scanning-Repor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thmg/Network-Port-Scanning-Repor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2327" y="3300950"/>
            <a:ext cx="6896435" cy="861497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Name- Gangode Prathmesh Raghunath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383" y="2692726"/>
            <a:ext cx="5795634" cy="743448"/>
          </a:xfrm>
        </p:spPr>
        <p:txBody>
          <a:bodyPr>
            <a:no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-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Port Scanner GUI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3750906" y="3960298"/>
            <a:ext cx="5909180" cy="861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AICTE ID- STU68f9f4033b6691761211395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D4506F4-A4AC-E18F-9AC4-85548EA70413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54602" y="1714887"/>
            <a:ext cx="7241082" cy="3652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port scanning works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command-line tools effectively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Visualizing scan results in a simple and readable format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there is a lack of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easy-to-use graphical tools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feedback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minimal setup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built using basic programming concepts for learning purposes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282700"/>
            <a:ext cx="9239381" cy="6189220"/>
          </a:xfrm>
        </p:spPr>
        <p:txBody>
          <a:bodyPr>
            <a:normAutofit fontScale="9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br>
              <a:rPr lang="en-GB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Port Scanner GUI is a lightweight and user-friendly cybersecurity tool developed using Python and Tkinter. The primary purpose of this application is to scan a target system (IP address or hostname) and identify open TCP ports within a specified range.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graphical user interface simplifies the scanning process by allowing users to input only three parameters: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IP/Hostname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Port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Port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practical implementation of:</a:t>
            </a:r>
            <a:br>
              <a:rPr 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programming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Multi-threading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development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fundamentals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60" y="1436662"/>
            <a:ext cx="8105400" cy="4441624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&amp; Learners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cybersecurity students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understanding networking concepts like ports, protocols, and services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Beginners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learning ethical hacking and penetration testing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practicing basic reconnaissance techniques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Professionals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troubleshooting network issues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whether specific services are running on expected ports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86083"/>
            <a:ext cx="10046070" cy="80264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931" y="1463105"/>
            <a:ext cx="8112034" cy="5243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programming language used for building the 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libraries for networking and threading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Python library for GUI development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the application interface (buttons, input fields, progress bar, etc.)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682" y="498665"/>
            <a:ext cx="5306291" cy="84781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937823" cy="830997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1431693"/>
            <a:ext cx="8262191" cy="439994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F75B6-72F0-C2D0-6364-52D3A5579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11" y="1201586"/>
            <a:ext cx="8598094" cy="4757924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10039357" cy="567800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88F8A-09BD-1320-3D22-19556FC37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21" t="9933" r="18265" b="4762"/>
          <a:stretch>
            <a:fillRect/>
          </a:stretch>
        </p:blipFill>
        <p:spPr>
          <a:xfrm>
            <a:off x="494521" y="1203650"/>
            <a:ext cx="8509520" cy="51666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9974043" cy="58179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  <a:p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44CA34-17AE-102D-86A3-2BB00B6BA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47" t="8965" r="18011" b="4311"/>
          <a:stretch>
            <a:fillRect/>
          </a:stretch>
        </p:blipFill>
        <p:spPr>
          <a:xfrm>
            <a:off x="382747" y="1161329"/>
            <a:ext cx="8705270" cy="51586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10685621" cy="569647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  <a:p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https://github.com/Prathmg/Network-Port-Scanning-Report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pPr algn="just"/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023289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2785" y="1630293"/>
            <a:ext cx="8203060" cy="147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Name- Gangode Prathmesh Raghunath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AICTE ID- STU68f9f4033b6691761211395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https://github.com/Prathmg/Network-Port-Scanning-Report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645</TotalTime>
  <Words>316</Words>
  <Application>Microsoft Office PowerPoint</Application>
  <PresentationFormat>Widescreen</PresentationFormat>
  <Paragraphs>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- Network Port Scanner GUI </vt:lpstr>
      <vt:lpstr>PROBLEM  STATEMENT</vt:lpstr>
      <vt:lpstr>Project Description  The Network Port Scanner GUI is a lightweight and user-friendly cybersecurity tool developed using Python and Tkinter. The primary purpose of this application is to scan a target system (IP address or hostname) and identify open TCP ports within a specified range.  The graphical user interface simplifies the scanning process by allowing users to input only three parameters: Target IP/Hostname Start Port End Port  This project demonstrates practical implementation of: Socket programming Multi-threading GUI development Network fundamentals   </vt:lpstr>
      <vt:lpstr>WHO ARE THE END USERS?</vt:lpstr>
      <vt:lpstr>Technology Used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prathamesh gangode</cp:lastModifiedBy>
  <cp:revision>92</cp:revision>
  <dcterms:created xsi:type="dcterms:W3CDTF">2021-07-11T13:13:15Z</dcterms:created>
  <dcterms:modified xsi:type="dcterms:W3CDTF">2026-03-18T20:40:42Z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